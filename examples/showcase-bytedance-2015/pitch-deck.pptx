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字节跳动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推荐引擎是新一代入口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轮 · 2015 年 3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·  项目摘要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推荐引擎是新一代入口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打开手机就能看到你最关心的所有事——这就是今日头条。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356616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 亿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累计用户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3108960"/>
            <a:ext cx="356616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33832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3300 万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206240" y="4572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3108960"/>
            <a:ext cx="356616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33832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 亿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955280" y="4572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2014 年收入（RMB）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AI-Recommended Content   ·   Mobile-First   ·   Cross-Vertical Expansion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·  用户、痛点与现有替代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想看到刚需，找不到工具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移动端资讯消费仅次于社交，但门户/订阅/社交分享都 cover 不了个性化。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替代方案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解决了什么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仍然缺什么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门户（搜狐 / 网易 / 腾讯 / 凤凰新闻）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提供编辑选稿的资讯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编辑选稿，千人一面，无个性化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订阅（RSS / 微信公众号）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用户主动锁定来源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需要提前知道关注谁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社交分享（微博 / 朋友圈）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基于好友关系分发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受好友质量限制，碎片化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搜索（百度等）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指定关键词找内容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要主动输入，移动场景频次低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头条切入：被动 + 个性化 + 高频习惯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 ·  产品方案与核心流程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不搜索、不订阅，打开就有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用户不需要主动表达，APP 通过行为数据建模兴趣，每次刷新都给最相关的内容。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301752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无需注册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01752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混合内容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4389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首次展示热点 + 大众兴趣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301752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行为建模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4389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点击 / 停留 / 滑动实时更新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9560" y="301752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7804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准度上升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4389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一周后明显个性化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49840" y="301752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4183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形成习惯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4389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次/天 × 3 条/次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扩展路径：信息（新闻 / 段子 / 视频）→ 商品（彩票 / 导购 / 电商）→ 服务（电影 / 金融 / O2O）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 ·  AI 与关键技术杠杆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数据规模决定推荐准度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推荐引擎是机器学习系统，优势在数据规模 + 算法 iteration 速度。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7315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0" y="30175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几十-几百高维特征 / 13,000 内容源 / 头条号每周 12 万篇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7315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匹配侧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4023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实时排序 + 信息流广告精准投放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7315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0292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5029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上万维度兴趣模型 / 每次动作实时更新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657600" cy="3108960"/>
          </a:xfrm>
          <a:prstGeom prst="rect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壁垒来源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6576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不是单点算法（3-5 年可被追平），是数据规模 + 数据飞轮。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数据基础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5394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3300 万 DAU 行为数据 + 头条号端的内容供给数据。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 ·  为什么现在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 + 智能硬件 + 信息爆炸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搜索是 PC 时代的产物，移动时代用户更懒、场景更碎，推荐引擎是必然替代。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5486400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17520"/>
            <a:ext cx="1371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移动取代 PC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2014 年移动设备使用率 57.6% vs PC 23.1%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3017520"/>
            <a:ext cx="5486400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3017520"/>
            <a:ext cx="1371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智能硬件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可穿戴让用户行为更全面被传感、被分析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5486400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480560"/>
            <a:ext cx="1371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信息爆炸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人无法主动 cover，被动推荐成刚需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480560"/>
            <a:ext cx="5486400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4480560"/>
            <a:ext cx="1371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在中国受限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搜索引擎赛道有政策窗口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反向论证：搜索的算法、用户兴趣获取、大数据积累已到顶峰；推荐起步晚但 iteration 快，2-3 年内追平。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 ·  市场规模与切入口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从资讯到商品到服务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资讯切入验证模型，商品和服务推荐是更大的 TAM。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65276" y="2926080"/>
            <a:ext cx="100584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终极对标：移动广告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2018 年 1500 亿，头条目标 10% = 150 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08276" y="3977640"/>
            <a:ext cx="77724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8276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扩展场景：商品 + 服务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08276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电商 / 特卖 / O2O / 金融 / 旅游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1276" y="5029200"/>
            <a:ext cx="548640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1276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初始切入口：移动资讯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1276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频次高 · 内容供给易 · 算法效果易验证（已基本拿下）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切入资讯而不是直接做商品/服务的原因：18-24 个月内验证"推荐引擎在移动场景成立"，验证后扩展到商品和服务是同一套算法换不同物料。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 ·  竞争格局与替代方案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头条在算法和时长上双重领先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传统门户缺算法、百度移动弱、微信缺个性化、山寨头条技术落后 1-2 年。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5943600" cy="0"/>
          </a:xfrm>
          <a:prstGeom prst="line">
            <a:avLst/>
          </a:prstGeom>
          <a:noFill/>
          <a:ln w="12700">
            <a:solidFill>
              <a:srgbClr val="809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3017520"/>
            <a:ext cx="0" cy="3291840"/>
          </a:xfrm>
          <a:prstGeom prst="line">
            <a:avLst/>
          </a:prstGeom>
          <a:noFill/>
          <a:ln w="12700">
            <a:solidFill>
              <a:srgbClr val="8090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算法能力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 移动原生程度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门户新闻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303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百度搜索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303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山寨头条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329184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91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今日头条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3017520"/>
            <a:ext cx="4846320" cy="32918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关键数据（2014.11）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资讯类 APP 人均日使用时长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3977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头条第 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4088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安卓 APP 月使用时长 TOP10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5120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头条第 2（超手机 QQ，仅次微信）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 ·  核心壁垒与可投理由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数据飞轮 + 内容供给 + 组织速度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单点算法可追，三层叠加追不上。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365760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数据飞轮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DAU 越大 → 行为数据越多 → 推荐越准 → 用户更多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926080"/>
            <a:ext cx="365760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8056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内容供给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931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头条号每周 12 万篇，外部依赖只占 27%，自媒体反馈头条分发效果比微信微博高几十到上百倍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926080"/>
            <a:ext cx="365760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 iteration 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931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 + 产品 + 商业化 + GR 端到端配置，单点对手难以复制乘积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可投理由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3657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532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推荐引擎取代搜索是 platform shift，不是产品迭代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5532120"/>
            <a:ext cx="3657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5532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今日头条是该赛道国内绝对第一、全球领先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5532120"/>
            <a:ext cx="3657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5532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2014 年 5000 万预算做到 2.4 亿收入——增长和商业化双重验证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 ·  验证、数据与 GTM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用户、留存、商业化三重验证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个月 DAU 增 5 倍 / 时长增 55% / 收入超预算 5 倍——不是讲故事。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69748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+400%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累计用户 14 个月增长（2.4 亿）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9272" y="3017520"/>
            <a:ext cx="269748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32004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+500%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10712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DAU 14 个月增长（3300 万）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3017520"/>
            <a:ext cx="269748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2004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+55%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72784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人均日使用时长 2014 增长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43416" y="3017520"/>
            <a:ext cx="269748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3416" y="32004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5×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134856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2014 年收入 vs 预算（2.4 亿 vs 5000 万）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GTM 历史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2012 年内测：酷讯老同事 + 微博 KOL 圈层切入  →  2012.10 第一波爆发：豌豆荚 / 91 助手应用商店推广 + UGC 自然传播  →  产品本身就是病毒：推荐准度与搜狐网易差距大到用户主动安利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 ·  团队与 Founder-Market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 + 媒体 + 商业化端到端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张一鸣的搜索 + 社交 + 垂直平台经历，正好是推荐引擎的三件事。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4572000" cy="34747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张一鸣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2005  南开大学软件工程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2006  酷讯（搜索）—— 推荐引擎前置训练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2008  海内 / 饭否（社交）—— 信息流与算法分发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349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2009  九九房 CEO（垂直平台）—— 信息+算法验证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760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2012  字节跳动 创始人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2926080"/>
            <a:ext cx="1691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3383280"/>
            <a:ext cx="1691640" cy="3017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520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杨震原 — 百度网页搜索负责人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洪定坤 — 百度贴吧 / 小米架构师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4526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梁如波 — 字节创始技术负责人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0" y="2926080"/>
            <a:ext cx="1691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3383280"/>
            <a:ext cx="1691640" cy="3017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520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陈林 — 微软 / 腾讯 / 阿里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0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沈振宇 — 小米 / 图虫 / 多说创始人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0" y="2926080"/>
            <a:ext cx="1691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0" y="3383280"/>
            <a:ext cx="1691640" cy="3017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520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张利东 — 京华时报副总经理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424160" y="2926080"/>
            <a:ext cx="1691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2926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 / GR / M&amp;A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24160" y="3383280"/>
            <a:ext cx="1691640" cy="3017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0" y="35204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谢欣 — CTO 出身的 HR VP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4023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林楚方 — 壹读传媒创始人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4526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夏勇 / 王强 — GR senior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0" y="5029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华巍 — 百度并购 / 凤凰战略投资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 ·  商业模式、融资与里程碑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广告起步，电商和 O2O 是更大 TAM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信息流广告 2014 已 2.4 亿，2015 预期 13-15 亿；电商和 O2O 潜力远大于广告。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18288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信息流广告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高匹配 + 库存充裕 + 效果付费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2014: 2.4 亿  ·  2015E: 13-15 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2926080"/>
            <a:ext cx="18288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电商推荐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3383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 2014 合同 3000 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42062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2015E: ≥1.2 亿  ·  潜力可能超广告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2926080"/>
            <a:ext cx="182880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O2O &amp; 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电影 / 金融 / 旅游 / 本地服务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TAM 远大于广告市场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2926080"/>
            <a:ext cx="5120640" cy="21945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 3-6 月：兴趣社区 + SNS 功能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 12 月内：推出两个战略级产品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 6-24 月：进军海外，英文市场优先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4251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 2 年内：国内移动信息分发用户数第一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 3 年内：变现能力逼近并超越搜索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66560" y="4800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 5-7 年：千亿美金公司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532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E27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 Ask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 5000 万 – 1 亿美元，用于推 SNS 功能 / 推另两个战略级产品 / 进军海外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 ·  愿景与终局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你想要的一切，都自动给你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帮你找到一切，我们让一切自动来。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365760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3383280"/>
            <a:ext cx="914400" cy="914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在资讯领域做到全球第一，验证推荐引擎在移动场景成立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3200400"/>
            <a:ext cx="365760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3383280"/>
            <a:ext cx="914400" cy="914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3-5 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扩展到商品和服务推荐，成为手机上和微信并列的两大入口之一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3200400"/>
            <a:ext cx="365760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0" y="3383280"/>
            <a:ext cx="914400" cy="914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32104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5-7 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做成一家千亿美金的全球性公司，从产品到技术到商业模式都完全创新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F961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帮你找到想要的一切，而我们的愿景是——你想要的一切，都自动给你。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ByteDance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字节跳动 2015 C 轮 Pitch Deck</dc:title>
  <dc:subject>PptxGenJS Presentation</dc:subject>
  <dc:creator>BP Office Hours</dc:creator>
  <cp:lastModifiedBy>BP Office Hours</cp:lastModifiedBy>
  <cp:revision>1</cp:revision>
  <dcterms:created xsi:type="dcterms:W3CDTF">2026-06-17T10:28:56Z</dcterms:created>
  <dcterms:modified xsi:type="dcterms:W3CDTF">2026-06-17T10:28:56Z</dcterms:modified>
</cp:coreProperties>
</file>